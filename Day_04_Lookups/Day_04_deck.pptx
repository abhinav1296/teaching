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thing they must remember: the 4th argument is FALSE (exact). Approximate match is the silent killer.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it on purpose first (wrong index, TRUE). Seeing the wrong-but-not-error result is what makes exact-match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Lookups: VLOOKUP · INDEX-MATCH · XLOOKUP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ID codes into a report humans can actually read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105613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05940" y="5074920"/>
            <a:ext cx="144018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INDEX-MATCH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5074920"/>
            <a:ext cx="105613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8012" y="5074920"/>
            <a:ext cx="105613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IFERROR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2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full of useless codes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orders table only has ID codes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R017, P092 — useless in a report nobody can read. The CXO wants restaurant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cuisine, partner name and rating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next to every order.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orders_clean.csv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restaurants.csv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359152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delivery_partners.csv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copy-pasting.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lookup pull the right row every time.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lookup actually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=VLOOKUP(</a:t>
            </a:r>
            <a:pPr algn="ctr" indent="0" marL="0">
              <a:buNone/>
            </a:pPr>
            <a:r>
              <a:rPr lang="en-US" sz="2400" b="1" dirty="0">
                <a:solidFill>
                  <a:srgbClr val="13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lookup_value</a:t>
            </a:r>
            <a:pPr algn="ctr" indent="0" marL="0">
              <a:buNone/>
            </a:pPr>
            <a:r>
              <a:rPr lang="en-US" sz="24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algn="ctr" indent="0" marL="0">
              <a:buNone/>
            </a:pPr>
            <a:r>
              <a:rPr lang="en-US" sz="24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400" b="1" dirty="0">
                <a:solidFill>
                  <a:srgbClr val="F05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col_index</a:t>
            </a:r>
            <a:pPr algn="ctr" indent="0" marL="0">
              <a:buNone/>
            </a:pPr>
            <a:r>
              <a:rPr lang="en-US" sz="24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400" b="1" dirty="0">
                <a:solidFill>
                  <a:srgbClr val="1F2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ctr" indent="0" marL="0">
              <a:buNone/>
            </a:pPr>
            <a:r>
              <a:rPr lang="en-US" sz="24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89204" y="26974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138A7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lookup_value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9204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find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(A2)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87852" y="26974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7852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(Rest!$A:$C)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86500" y="26974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054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col_index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86500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85148" y="26974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85148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always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3434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4434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
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left → right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79976" y="43434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79976" y="4434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INDEX-MATCH
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direction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3024" y="43434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93024" y="4434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
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(Excel 365)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it, break it, bulletproof 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103120"/>
          </a:xfrm>
          <a:prstGeom prst="roundRect">
            <a:avLst>
              <a:gd name="adj" fmla="val 2609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=VLOOKUP(A2, Rest!$A:$C, 2, FALSE)     -- pull name by code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break it: wrong col_index → wrong data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break it: TRUE (approx) → silent mismatches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=INDEX(Rest!$B:$B, MATCH(A2, Rest!$A:$A, 0))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=IFERROR(VLOOKUP(...), "Unknown")      -- no more #N/A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means exact match. Forget it and your report lies quietly.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every order 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lookup columns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restaurant_name + cuisine from restaurants.csv; partner_name + rating from delivery_partners.csv.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one with INDEX-MATCH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 XLOOKUP if you're on Excel 365).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IFERROR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matches read “Unknown”, not #N/A.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find the mismatch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restaurant has orders in a city it doesn't operate in.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row shows readable names + rating, errors handled, and you found the odd city out.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Day_04_Lookups/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Day_04_Lookups/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orders_clean.csv       # add columns here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restaurants.csv        # lookup table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delivery_partners.csv  # lookup table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day04-yourname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Day_04_Lookups/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4: enriched orders with lookups"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day04-yourname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Day_04_Lookups/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join tables without a database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/ INDEX-MATCH / XLOOKUP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&amp; IFERROR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→ readable names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turn the enriched table into a one-page pivot dashboard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