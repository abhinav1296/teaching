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raw_orders.csv on the projector for 10 seconds — let them groan at the mess. That groan is the motivation.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 isn't the cleaning — it's that Power Query RECORDS it. Manual cleaning dies the moment a new file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6-row junk sample. Point at Applied Steps after every action. Then delete a step to show it's editable.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clean_orders becomes the input for Day 4's lookups — this file is not throwaway.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with Power Query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garbage export into a table Finance can trust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144018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89988" y="5074920"/>
            <a:ext cx="96012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32988" y="5074920"/>
            <a:ext cx="1440180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5074920"/>
            <a:ext cx="86410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2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can't total the quarter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tried to total last quarter's revenue from the raw order export and got garbage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duplicate rows, blank values, five date formats, “₹1,234”-style text amounts, and city names spelled six different ways. They need a table they can trust.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raw_orders.csv  (1,440 dirty rows)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clean_orders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fix it by hand.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recipe that re-cleans next month's file too.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in, trusted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FDE8E7"/>
          </a:solidFill>
          <a:ln w="12700">
            <a:solidFill>
              <a:srgbClr val="F054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raw_orders.csv — dirty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7744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Customer ID / value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date formats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“Rs. 1,234” text amounts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/ BENGALURU / bengaluru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delivery times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3383280"/>
            <a:ext cx="914400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0" y="173736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clean_orders — trusted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37744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order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removed or flagged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date type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you can SUM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“Bengaluru” everywhere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delivery times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2578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becomes an Applied Step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recipe that re-cleans next month's file for free.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 junk sample live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432304"/>
          </a:xfrm>
          <a:prstGeom prst="roundRect">
            <a:avLst>
              <a:gd name="adj" fmla="val 2256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▸ Get Data ▸ From Text/CSV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Duplicates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▸ Format ▸ Trim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 Values:   Bangalore → Bengaluru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Type:      Order Value → Decimal
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Type:      Order Date  → Date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Applied Steps panel record every click — that panel IS your reusable recipe.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raw_orders.csv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it into Power Query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▸ Get Data ▸ From Text/CSV.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Dedupe; handle null ID/value; standardise City; “₹1,234” text → number; one date type; fix negative times.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a sheet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the result as clean_orders.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your drops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did you remove, and why?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clean_orders sheet loads from the Applied Steps, and you can state your row-drop count + reason.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Day_03_Data_Cleaning_PowerQuery/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Day_03_Data_Cleaning_PowerQuery/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raw_orders.csv                # 1,440 dirty rows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day03-yourname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Day_03_Data_Cleaning_PowerQuery/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3: Power Query clean_orders"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day03-yourname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Day_03_Data_Cleaning_PowerQuery/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turn garbage into a trusted table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· nulls · types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messy text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Steps = a recipe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enrich the clean table with VLOOKUP / INDEX-MATCH / XLOOKUP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