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line out loud twice. If they leave with only this, the rest of the bootcamp's Git runs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on the whiteboard too and keep it up all day. origin = your fork (push here), upstream = my repo (pull here). The #1 student error is pushing to upstream.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Decide ONE auth method before class and demo only that. Pushing to upstream (403) = they cloned my repo, not their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each roster PR live — the first dopamine hit of the course. Use roster/&lt;firstname-lastname&gt;.md so PRs don't collide.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 straight into the Day 1 demo. Stragglers finish their roster PR during the hands-on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F0544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FOODCO DATA ANALYTICS BOOTCAMP · DAY 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— let's set up GitHub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42900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→ pull → Pull Request: how you'll get work and hand it in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17904" y="5074920"/>
            <a:ext cx="864108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64892" y="5074920"/>
            <a:ext cx="768096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15868" y="5074920"/>
            <a:ext cx="1536192" cy="420624"/>
          </a:xfrm>
          <a:prstGeom prst="roundRect">
            <a:avLst>
              <a:gd name="adj" fmla="val 2173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40 minutes of Day 1  ·  do this with 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START HERE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job, in one 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03120"/>
            <a:ext cx="1105509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work by </a:t>
            </a:r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</a:t>
            </a:r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 it in with a 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062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entire GitHub workflow. Everything else is detail.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GITHUB WORKFLOW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work by pulling, you submit by a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trainer's repo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folders daily)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fork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copy on GitHub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21040" y="1828800"/>
            <a:ext cx="3044952" cy="1188720"/>
          </a:xfrm>
          <a:prstGeom prst="roundRect">
            <a:avLst>
              <a:gd name="adj" fmla="val 6154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21040" y="1901952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
</a:t>
            </a:r>
            <a:endParaRPr lang="en-US" sz="1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clone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67912" y="2395728"/>
            <a:ext cx="704088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593592" y="1938528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(once)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16952" y="2395728"/>
            <a:ext cx="704088" cy="0"/>
          </a:xfrm>
          <a:prstGeom prst="line">
            <a:avLst/>
          </a:prstGeom>
          <a:noFill/>
          <a:ln w="2857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342632" y="1938528"/>
            <a:ext cx="1252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pull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morning: </a:t>
            </a:r>
            <a:pPr algn="ctr" indent="0" marL="0">
              <a:buNone/>
            </a:pPr>
            <a:r>
              <a:rPr lang="en-US" sz="135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</a:t>
            </a:r>
            <a:pPr algn="ctr"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brings down the day's new folder.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hand in your 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branch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99923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40156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3387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3620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ECEF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68512" y="4718304"/>
            <a:ext cx="347472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070848" y="4434840"/>
            <a:ext cx="2377440" cy="566928"/>
          </a:xfrm>
          <a:prstGeom prst="roundRect">
            <a:avLst>
              <a:gd name="adj" fmla="val 14516"/>
            </a:avLst>
          </a:prstGeom>
          <a:solidFill>
            <a:srgbClr val="138A7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open PR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in GIT_WORKFLOW.md — and we'll do it together right now.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· ~25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— do it with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1737360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sign in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(git-scm.com) + a GitHub account. Auth with GitHub CLI or GitHub Desktop.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66928" y="2715768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2715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670048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repo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Fork on the class repo — now you have your own copy.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66928" y="3648456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648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602736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fork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&lt;your fork URL&gt;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566928" y="4581144"/>
            <a:ext cx="548640" cy="548640"/>
          </a:xfrm>
          <a:prstGeom prst="ellipse">
            <a:avLst/>
          </a:prstGeom>
          <a:solidFill>
            <a:srgbClr val="F054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66928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35424"/>
            <a:ext cx="6949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upstream
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remote add upstream &lt;class repo URL&gt;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01000" y="1783080"/>
            <a:ext cx="3611880" cy="3730752"/>
          </a:xfrm>
          <a:prstGeom prst="roundRect">
            <a:avLst>
              <a:gd name="adj" fmla="val 2025"/>
            </a:avLst>
          </a:prstGeom>
          <a:solidFill>
            <a:srgbClr val="E2F3EF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75320" y="2011680"/>
            <a:ext cx="3108960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
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8A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(yours) and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(trainer's).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F0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· ~10 MIN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Pull Request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566160"/>
          </a:xfrm>
          <a:prstGeom prst="roundRect">
            <a:avLst>
              <a:gd name="adj" fmla="val 1538"/>
            </a:avLst>
          </a:prstGeom>
          <a:solidFill>
            <a:srgbClr val="151E42"/>
          </a:solidFill>
          <a:ln/>
          <a:effectLst>
            <a:outerShdw sx="100000" sy="100000" kx="0" ky="0" algn="bl" rotWithShape="0" blurRad="88900" dist="38100" dir="5400000">
              <a:srgbClr val="1B1B2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911096"/>
            <a:ext cx="645566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upstream main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add-yourname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roster/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&lt;name&gt; to roster"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E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add-yourname
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7F8A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click 'Compare &amp; pull request' on GitHub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26680" y="178308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85623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only your folder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roster/ — never git add 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26680" y="2990088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origin (your fork)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upstream — that's the trainer's.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26680" y="4197096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DCE2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42702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 is your submission
</a:t>
            </a:r>
            <a:endParaRPr lang="en-US" sz="1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reviews a couple live.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4754880" cy="4754880"/>
          </a:xfrm>
          <a:prstGeom prst="ellipse">
            <a:avLst/>
          </a:prstGeom>
          <a:solidFill>
            <a:srgbClr val="138A7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920240"/>
            <a:ext cx="1828800" cy="1828800"/>
          </a:xfrm>
          <a:prstGeom prst="ellipse">
            <a:avLst/>
          </a:prstGeom>
          <a:solidFill>
            <a:srgbClr val="138A7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05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fork, clone, pull &amp; PR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= your safe copy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79976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= get the new work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193024" y="2514600"/>
            <a:ext cx="342900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= hand it in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4805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4B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 </a:t>
            </a:r>
            <a:pPr algn="ctr" indent="0" marL="0">
              <a:buNone/>
            </a:pPr>
            <a:r>
              <a:rPr lang="en-US" sz="1800" b="1" dirty="0">
                <a:solidFill>
                  <a:srgbClr val="1F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Day 1: Data Foundations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FoodCo Bootcamp</dc:creator>
  <cp:lastModifiedBy>FoodCo Bootcamp</cp:lastModifiedBy>
  <cp:revision>1</cp:revision>
  <dcterms:created xsi:type="dcterms:W3CDTF">2026-10-05T16:57:48Z</dcterms:created>
  <dcterms:modified xsi:type="dcterms:W3CDTF">2026-10-05T16:57:48Z</dcterms:modified>
</cp:coreProperties>
</file>