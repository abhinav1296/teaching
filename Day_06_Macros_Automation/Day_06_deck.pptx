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VBA: they are not 'learning to code', they are reading what the recorder produced and changing a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live, Stop, Alt+F11 to reveal the code, change one literal (colour index), re-run, then drop the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SQL: Excel was great, but the data has outgrown it. Tomorrow the same FoodCo data lives in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&amp; Automation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20 minutes of clicking into one button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72821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Recorder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5074920"/>
            <a:ext cx="67208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32988" y="5074920"/>
            <a:ext cx="249631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12180" y="50749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2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20 minutes, every morning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rebuild that ops report every single morning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format headers, red-flag late orders, refresh the pivot. It's 20 minutes of mind-numbing clicking. Automate the whole thing into one button.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orders_enriched.csv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report.xlsm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once by hand.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computer do it forever.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read → assign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7108" y="2194560"/>
            <a:ext cx="548640" cy="548640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0710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▸ Record Macro, then do the formatting once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0156" y="2194560"/>
            <a:ext cx="548640" cy="5486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015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Alt+F11 opens the VBA the recorder wrote for you.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33204" y="219456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3320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it to a Form-Control button on the sheet.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0292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recorder writes the code.  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read it and tweak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recorder writes your code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432304"/>
          </a:xfrm>
          <a:prstGeom prst="roundRect">
            <a:avLst>
              <a:gd name="adj" fmla="val 2256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RefreshReport()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Rows(1).Font.Bold = True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Columns.AutoFit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ThisWorkbook.RefreshAll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MsgBox "Report refreshed: " &amp; Now()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three clicks, change one colour in the code, re-run. That's automation.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macro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Bold+colour header, auto-fit, red-flag is_late=1 rows, refresh pivots.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VBA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Alt+F11 — see the code the recorder wrote.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a button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Control button on the sheet; save as .xlsm.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MsgBox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MsgBox "Report refreshed: " &amp; Now().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.xlsm with one button that formats + refreshes the whole report in a single click.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Day_06_Macros_Automation/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Day_06_Macros_Automation/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orders_enriched.csv    # automate on this → .xlsm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day06-yourname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Day_06_Macros_Automation/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6: one-button report macro"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day06-yourname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Day_06_Macros_Automation/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automate a report into one click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macro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edit VBA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anyone can press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the data moves into a database; your first SQL  (Module 3 begins)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