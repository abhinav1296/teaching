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Venns on the whiteboard as the query runs. INNER vs LEFT is the whole day; RIGHT/FULL are variations.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INNER, note the row count. Switch to LEFT, count jumps. Add IS NULL — the 63 no-order customers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the 360° order view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table tells the whole story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86410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13916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4892" y="5074920"/>
            <a:ext cx="86410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3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win-back target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table tells the full story.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Marketing wants the top customers and which registered customers have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ordered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they can be win-back targeted.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answers.sql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../datasets/foodco.db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—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63 who signed up but never ordered.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combine two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3756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48840"/>
            <a:ext cx="749808" cy="749808"/>
          </a:xfrm>
          <a:prstGeom prst="ellipse">
            <a:avLst/>
          </a:prstGeom>
          <a:solidFill>
            <a:srgbClr val="ECEFF4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2148840"/>
            <a:ext cx="749808" cy="749808"/>
          </a:xfrm>
          <a:prstGeom prst="ellipse">
            <a:avLst/>
          </a:prstGeom>
          <a:solidFill>
            <a:srgbClr val="ECEFF4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2267712"/>
            <a:ext cx="237744" cy="51206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" y="3200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636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5556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95928" y="2148840"/>
            <a:ext cx="749808" cy="749808"/>
          </a:xfrm>
          <a:prstGeom prst="ellipse">
            <a:avLst/>
          </a:prstGeom>
          <a:solidFill>
            <a:srgbClr val="138A72">
              <a:alpha val="68000"/>
            </a:srgbClr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2148840"/>
            <a:ext cx="749808" cy="749808"/>
          </a:xfrm>
          <a:prstGeom prst="ellipse">
            <a:avLst/>
          </a:prstGeom>
          <a:solidFill>
            <a:srgbClr val="ECEFF4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5556" y="3200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88436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left + matches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7356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67728" y="2148840"/>
            <a:ext cx="749808" cy="749808"/>
          </a:xfrm>
          <a:prstGeom prst="ellipse">
            <a:avLst/>
          </a:prstGeom>
          <a:solidFill>
            <a:srgbClr val="ECEFF4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43216" y="2148840"/>
            <a:ext cx="749808" cy="749808"/>
          </a:xfrm>
          <a:prstGeom prst="ellipse">
            <a:avLst/>
          </a:prstGeom>
          <a:solidFill>
            <a:srgbClr val="138A72">
              <a:alpha val="68000"/>
            </a:srgbClr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7356" y="3200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60236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right + matches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49156" y="18288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9528" y="2148840"/>
            <a:ext cx="749808" cy="749808"/>
          </a:xfrm>
          <a:prstGeom prst="ellipse">
            <a:avLst/>
          </a:prstGeom>
          <a:solidFill>
            <a:srgbClr val="138A72">
              <a:alpha val="68000"/>
            </a:srgbClr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15016" y="2148840"/>
            <a:ext cx="749808" cy="749808"/>
          </a:xfrm>
          <a:prstGeom prst="ellipse">
            <a:avLst/>
          </a:prstGeom>
          <a:solidFill>
            <a:srgbClr val="138A72">
              <a:alpha val="68000"/>
            </a:srgbClr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9156" y="3200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32036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2578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what the query returns.  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IS NULL is how you find who's missing.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keeps matches, LEFT keeps everyone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761488"/>
          </a:xfrm>
          <a:prstGeom prst="roundRect">
            <a:avLst>
              <a:gd name="adj" fmla="val 1987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INNER: only rows matching in both tables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o.order_value FROM customers c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ON o.customer_id = c.customer_id;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+ IS NULL: who never ordered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 FROM customers c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o.customer_id = c.customer_id
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o.order_id IS NULL;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keeps matches. LEFT keeps everyone — then IS NULL reveals who's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360°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3 tables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customers + restaurants: name, restaurant, cuisine, value.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who never ordered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customers→orders, WHERE order_id IS NULL (there are 63).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rider per city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delivery_partners.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+ names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orders→payments; list flagged orders with the customer's name.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queries run, and you can explain how INNER vs LEFT changed your row counts.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Day_08_SQL_Joins/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Day_08_SQL_Joins/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answers.sql            # write joins here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../datasets/foodco.db  # the database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day08-yourname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Day_08_SQL_Joins/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8: joins — 360 order view"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day08-yourname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Day_08_SQL_Joins/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combine tables — and find what's missing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vs LEFT / RIGHT / FULL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finds orphans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reports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window functions: ranking, running totals &amp; churn gaps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