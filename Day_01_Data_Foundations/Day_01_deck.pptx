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opener. Keep it to 60 seconds. The real lesson is seeing the shape of data, not memorising definitions. Mention: today also sets up our GitHub workflow for the whole bootcamp.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timeline fast, 60 sec. Reassure them the 40-min GitHub setup is one-time; from tomorrow it's a 2-minute pull. Keep the room's energy on 'you build' — that's the point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Git as the team's operating system, not a separate 'coding' topic. They'll do this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whiteboard too. origin = your fork (push here), upstream = my repo (pull here). The #1 student error is pushing to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hook. The yellow file (data_inventory.csv) is the one they fill in —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lecture these. Point back to the three files you opened in the demo. The 'verdict' row is the practical payoff: can I use it now, or not?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of the three data shapes to where it needs work: unstructured/semi need Clean before Analyse; structured can skip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real files side by side (Excel + Notepad). Point at the shape, not the content. 3–4 minutes, then let them loose.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Float and unblock. The debate over the gray-zone files (GPS pings, review ratings) is the real learning — let it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daily pull habit here. On Day 1 their first pull is right after they clone.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their 2nd PR (first was the roster). By repeating it daily it becomes muscle memory. Review 1-2 PRs on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to Day 2: now that we know what KINDS of data exist, tomorrow we ask what KINDS of questions we can put to it — and the ethics of doing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data is this?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134416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5074920"/>
            <a:ext cx="182422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01084" y="5074920"/>
            <a:ext cx="153619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1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GitHub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today is yours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we set up, watch one quick demo, then you spend </a:t>
            </a:r>
            <a:pPr algn="ctr" indent="0" marL="0">
              <a:buNone/>
            </a:pPr>
            <a:r>
              <a:rPr lang="en-US" sz="14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minutes hands-on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real FoodCo data.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7033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how the team works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8006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work by pulling. You hand it in with a Pull Request.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work by pulling, you submit by a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04495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
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trainer's repo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folders daily)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304495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901952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fork
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copy on GitHub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21040" y="1828800"/>
            <a:ext cx="304495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21040" y="1901952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
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clone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67912" y="2395728"/>
            <a:ext cx="704088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593592" y="1938528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(once)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16952" y="2395728"/>
            <a:ext cx="704088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342632" y="1938528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pull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morning: </a:t>
            </a:r>
            <a:pPr algn="ctr" indent="0" marL="0">
              <a:buNone/>
            </a:pPr>
            <a:r>
              <a:rPr lang="en-US" sz="1350" b="1" dirty="0">
                <a:solidFill>
                  <a:srgbClr val="13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brings down the day's new folder.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hand in your 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branch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99232" y="4718304"/>
            <a:ext cx="34747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40156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833872" y="4718304"/>
            <a:ext cx="34747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3620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68512" y="4718304"/>
            <a:ext cx="34747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07084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138A7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open PR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in GIT_WORKFLOW.md — and you'll do it live in the next 40 minutes.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morning at FoodCo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just dumped eight random files on your desk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spreadsheets, app logs, customer reviews, a menu photo, GPS pings. Before anyone can analyse anything, leadership needs you to say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type of data is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where it sits in the analytics lifecycle.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orders_sample.csv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app_events.json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359152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customer_reviews.txt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2359152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gps_pings.csv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307238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menu_photo.jpg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555480" y="307238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data_inventory.csv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can analyse anything: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each of these files?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 of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1965960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79676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461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orders_sample.csv · payments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rows × columns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507492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138A72">
              <a:alpha val="14000"/>
            </a:srgbClr>
          </a:solidFill>
          <a:ln w="12700">
            <a:solidFill>
              <a:srgbClr val="138A7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into Excel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9976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92724" y="1965960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92724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32461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app_events.json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keys, no fixed grid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507492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FF8C42">
              <a:alpha val="14000"/>
            </a:srgbClr>
          </a:solidFill>
          <a:ln w="12700">
            <a:solidFill>
              <a:srgbClr val="FF8C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it first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93024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5772" y="1965960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5772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2697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32461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customer_reviews.txt · photos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
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&amp; images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67344" y="507492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F0544F">
              <a:alpha val="14000"/>
            </a:srgbClr>
          </a:solidFill>
          <a:ln w="12700">
            <a:solidFill>
              <a:srgbClr val="F054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before analysis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LIFECYCLE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file sit in the lifecycle?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2468880"/>
            <a:ext cx="2514600" cy="1051560"/>
          </a:xfrm>
          <a:prstGeom prst="chevron">
            <a:avLst/>
          </a:prstGeom>
          <a:solidFill>
            <a:srgbClr val="8894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85216" y="2468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
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files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19856" y="2468880"/>
            <a:ext cx="2514600" cy="1051560"/>
          </a:xfrm>
          <a:prstGeom prst="chevron">
            <a:avLst/>
          </a:prstGeom>
          <a:solidFill>
            <a:srgbClr val="FF8C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02736" y="2468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
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standardise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54496" y="2468880"/>
            <a:ext cx="2514600" cy="1051560"/>
          </a:xfrm>
          <a:prstGeom prst="chevron">
            <a:avLst/>
          </a:prstGeom>
          <a:solidFill>
            <a:srgbClr val="138A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37376" y="2468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
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answer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089136" y="2468880"/>
            <a:ext cx="2514600" cy="1051560"/>
          </a:xfrm>
          <a:prstGeom prst="chevron">
            <a:avLst/>
          </a:prstGeom>
          <a:solidFill>
            <a:srgbClr val="1F2A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272016" y="2468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
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160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you're at the very start:  </a:t>
            </a:r>
            <a:pPr algn="ctr" indent="0" marL="0">
              <a:buNone/>
            </a:pPr>
            <a:r>
              <a:rPr lang="en-US" sz="1450" b="1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pPr algn="ctr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describe what you actually have. The next 9 days walk the rest of the arrow.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15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files, three shapes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4290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029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orders_sample.csv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56032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city, value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1001, Mumbai, 540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1002, Pune, 320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1003, Delhi, 710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965960"/>
            <a:ext cx="34290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71416" y="2029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app_events.json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56032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"user": 42,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"event": "add_to_cart",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[ 7, 9 ]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965960"/>
            <a:ext cx="34290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84464" y="2029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5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customer_reviews.txt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56032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"Driver was late but the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biryani was still hot.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Would order again!"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2578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definitions on a slide — I open the files and you SEE the difference.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80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— build data_inventory.csv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artifact in data/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in Excel, the rest in a text viewer.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70632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72491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file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/ Semi-structured / Unstructured — and its lifecycle stage.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75818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12464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bullet points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go straight to Excel? Which need parsing? Which can't be analysed as-is?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01000" y="1783080"/>
            <a:ext cx="3611880" cy="2971800"/>
          </a:xfrm>
          <a:prstGeom prst="roundRect">
            <a:avLst>
              <a:gd name="adj" fmla="val 2462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201168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in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data_inventory.csv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labelled, and your 3 bullets are written.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Day_01_Data_Foundations/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Day_01_Data_Foundations/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orders_sample.csv     # structured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app_events.json       # semi-structured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customer_reviews.txt  # unstructured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gps_pings.csv         # structured-ish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data_inventory.csv    # &lt;&lt; fill this 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
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2nd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day01-yourname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Day_01_Data_Foundations/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1: data inventory"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day01-yourname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Day_01…/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SEE data types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vs semi vs unstructured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lifecycle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Git loop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the 4 types of analytics + a data-ethics &amp; PII audit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2026-10-05T16:58:11Z</dcterms:created>
  <dcterms:modified xsi:type="dcterms:W3CDTF">2026-10-05T16:58:11Z</dcterms:modified>
</cp:coreProperties>
</file>