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victory lap — it reuses fraud (payments), retention (windows) and joins from the whole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CTE just names a step so humans can read it. A VIEW saves the whole report under one name that BI tools select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 3-level nested query and refactor live into stacked CTEs. Then CREATE VIEW exec_report AS … and SELECT *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whole arc: Day 1 they couldn't name a data type; today they shipped a reporting layer. Celebrate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10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&amp; the Executive Report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one clean reporting layer for Power BI / Tableau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134416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(WITH)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93976" y="5074920"/>
            <a:ext cx="134416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5074920"/>
            <a:ext cx="768096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5074920"/>
            <a:ext cx="576072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  ·  3-hour session  ·  Module 3 of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runs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72438" y="3429000"/>
            <a:ext cx="8844077" cy="0"/>
          </a:xfrm>
          <a:prstGeom prst="line">
            <a:avLst/>
          </a:prstGeom>
          <a:noFill/>
          <a:ln w="254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0686" y="3127248"/>
            <a:ext cx="603504" cy="603504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0686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2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777947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81705" y="3127248"/>
            <a:ext cx="603504" cy="603504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1705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2" dirty="0"/>
          </a:p>
        </p:txBody>
      </p:sp>
      <p:sp>
        <p:nvSpPr>
          <p:cNvPr id="12" name="Text 10"/>
          <p:cNvSpPr txBox="1"/>
          <p:nvPr/>
        </p:nvSpPr>
        <p:spPr>
          <a:xfrm>
            <a:off x="2777947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896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92724" y="3127248"/>
            <a:ext cx="603504" cy="603504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92724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2" dirty="0"/>
          </a:p>
        </p:txBody>
      </p:sp>
      <p:sp>
        <p:nvSpPr>
          <p:cNvPr id="16" name="Text 14"/>
          <p:cNvSpPr txBox="1"/>
          <p:nvPr/>
        </p:nvSpPr>
        <p:spPr>
          <a:xfrm>
            <a:off x="498896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99986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003743" y="3127248"/>
            <a:ext cx="603504" cy="6035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3743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2" dirty="0"/>
          </a:p>
        </p:txBody>
      </p:sp>
      <p:sp>
        <p:nvSpPr>
          <p:cNvPr id="20" name="Text 18"/>
          <p:cNvSpPr txBox="1"/>
          <p:nvPr/>
        </p:nvSpPr>
        <p:spPr>
          <a:xfrm>
            <a:off x="7199986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411005" y="2331720"/>
            <a:ext cx="22110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0214762" y="3127248"/>
            <a:ext cx="603504" cy="603504"/>
          </a:xfrm>
          <a:prstGeom prst="ellipse">
            <a:avLst/>
          </a:prstGeom>
          <a:solidFill>
            <a:srgbClr val="1F2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14762" y="31272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2" dirty="0"/>
          </a:p>
        </p:txBody>
      </p:sp>
      <p:sp>
        <p:nvSpPr>
          <p:cNvPr id="24" name="Text 22"/>
          <p:cNvSpPr txBox="1"/>
          <p:nvPr/>
        </p:nvSpPr>
        <p:spPr>
          <a:xfrm>
            <a:off x="9411005" y="3840480"/>
            <a:ext cx="22110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39496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short on purpose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today is about you doing it, not watching.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SCENARIO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capstone: one reporting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83080"/>
            <a:ext cx="5852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 team wants ONE reporting layer combining everything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fraud watchlist, a monthly retention/cohort view, and top-5 products by revenue — clean enough to plug straight into Power BI or Tableau.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3DA"/>
          </a:solidFill>
          <a:ln w="12700">
            <a:solidFill>
              <a:srgbClr val="F4B942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answers.sql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164592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2EA"/>
            </a:solidFill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../datasets/foodco.db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34340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1F2A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you've learned  </a:t>
            </a:r>
            <a:pPr algn="ctr"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into one query your BI tool points at.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mess → named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DE8E7"/>
          </a:solidFill>
          <a:ln w="12700">
            <a:solidFill>
              <a:srgbClr val="F054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subquery — unreadable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3774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(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... FROM (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... FROM payments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...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x JOIN ...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y WHERE ...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06440" y="3337560"/>
            <a:ext cx="731520" cy="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75120" y="1783080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1938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— named, readable steps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23774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fraud AS ( ... ),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cohort AS ( ... 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fraud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cohort USING (month);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0749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wrap it in a VIEW  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your dashboard points at one name: </a:t>
            </a:r>
            <a:pPr algn="ctr" indent="0" marL="0">
              <a:buNone/>
            </a:pPr>
            <a:r>
              <a:rPr lang="en-US" sz="1400" b="1" dirty="0">
                <a:solidFill>
                  <a:srgbClr val="1F2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exec_report</a:t>
            </a:r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10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to CTEs, then save a 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463040" y="2148840"/>
            <a:ext cx="9262872" cy="2761488"/>
          </a:xfrm>
          <a:prstGeom prst="roundRect">
            <a:avLst>
              <a:gd name="adj" fmla="val 1987"/>
            </a:avLst>
          </a:prstGeom>
          <a:solidFill>
            <a:srgbClr val="0E1533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2313432"/>
            <a:ext cx="868680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fraud AS (
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o.order_id, c.name, p.amount - o.order_value AS gap
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payments p
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orders o    ON o.order_id = p.order_id
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customers c ON c.customer_id = o.customer_id
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p.is_flagged = 1 )
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fraud WHERE gap &lt;&gt; 0;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4406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CTE names a step. A VIEW saves the whole report. BI just points at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2 HOURS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exec reporting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to CTEs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messy nested subquery into readable WITH blocks.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15768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70048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report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orders + customers, incl. amount mismatches.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602736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+ top products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cohort proving the Q3 drop; top-5 items by revenue.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8114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35424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VIEW (+ bonus BI)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 exec_report; bonus: connect Power BI / Tableau.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611880" cy="3730752"/>
          </a:xfrm>
          <a:prstGeom prst="roundRect">
            <a:avLst>
              <a:gd name="adj" fmla="val 2025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31089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readable CTE report + an exec_report VIEW that a BI tool could chart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FIRST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Day_10_CTE_Reporting_Capstone/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6766560" cy="3749040"/>
          </a:xfrm>
          <a:prstGeom prst="roundRect">
            <a:avLst>
              <a:gd name="adj" fmla="val 1463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65376"/>
            <a:ext cx="636422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Day_10_CTE_Reporting_Capstone/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instructions.md             # read this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answers.sql                 # build the report here
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2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../datasets/foodco.db       # the database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35240" y="1737360"/>
            <a:ext cx="3977640" cy="3749040"/>
          </a:xfrm>
          <a:prstGeom prst="roundRect">
            <a:avLst>
              <a:gd name="adj" fmla="val 1951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today's folder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9560" y="246888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10728" y="2596896"/>
            <a:ext cx="30266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3383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there yet? 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releases each day's folder in the morning. Pull again in a minute.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in — your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day10-yourname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Day_10_CTE_Reporting_Capstone/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10: CTE exec report + VIEW"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day10-yourname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Day_10_CTE_Reporting_Capstone/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an exec reporting layer end to end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over nested subqueries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VIEW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BI-ready output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IT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→ clean data → SQL insight. That's the whole pipeline. 🎉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2026-10-05T16:57:49Z</dcterms:created>
  <dcterms:modified xsi:type="dcterms:W3CDTF">2026-10-05T16:57:49Z</dcterms:modified>
</cp:coreProperties>
</file>