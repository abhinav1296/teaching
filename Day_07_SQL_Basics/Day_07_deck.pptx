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continuity: this is the SAME data universe, just in a database now. DB Browser for SQLite, zero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Clause order is also execution order to teach: FROM → WHERE → GROUP BY → HAVING → SELECT → ORDER BY. The golden rule is the single most-tested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 incrementally — SELECT+FROM, then add WHERE, then GROUP BY, then HAVING. Watch the result shrink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database directly: SELECT · WHERE · GROUP BY · HAVING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96012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09928" y="5074920"/>
            <a:ext cx="86410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56916" y="5074920"/>
            <a:ext cx="1152144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91940" y="5074920"/>
            <a:ext cx="96012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3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outgrew Excel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now lives in a database.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Ops wants fast answers — busiest cities, highest-value orders, which cuisines clear a volume bar — straight from SQL.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answers.sql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../datasets/foodco.db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FoodCo data you cleaned in Excel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now you query it.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query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75120" cy="342900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011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algn="l"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city, COUNT(*), SUM(order_value)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52374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algn="l"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0358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algn="l"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'Delivered'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5478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algn="l"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405993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pPr algn="l"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&gt; 400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4572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algn="l"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DESC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240" y="178308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DF3DA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20116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00" kern="0" dirty="0">
                <a:solidFill>
                  <a:srgbClr val="9A7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filters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grouping)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filters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
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grouping)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query clause by clause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432304"/>
          </a:xfrm>
          <a:prstGeom prst="roundRect">
            <a:avLst>
              <a:gd name="adj" fmla="val 2256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city, COUNT(*) AS orders, SUM(order_value) AS revenue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'Delivered'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city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100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clause at a time. WHERE filters rows; HAVING filters groups.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Ops in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total &amp; average order value.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sort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by city (GROUP BY), sorted desc.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above ₹1,500 (WHERE); delivered-only revenue by payment method.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+ takeaways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more than 400 orders; one-line takeaway under each query.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answers.sql runs clean against foodco.db with a business takeaway under every query.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Day_07_SQL_Basics/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Day_07_SQL_Basics/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answers.sql            # write queries here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../datasets/foodco.db  # the database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foodco.db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lands in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datasets/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today — open it in DB Browser for SQLite.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day07-yourname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Day_07_SQL_Basics/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7: SELECT / GROUP BY / HAVING"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day07-yourname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Day_07_SQL_Basics/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interrogate a database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WHERE · GROUP BY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&amp; HAVING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vs groups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JOIN tables for the full 360° order view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